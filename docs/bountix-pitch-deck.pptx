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9600000" cy="5400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/Relationships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_rels/slide4.xml.rels><?xml version="1.0" encoding="UTF-8" standalone="yes"?><Relationships xmlns="http://schemas.openxmlformats.org/package/2006/relationships"></Relationships>
</file>

<file path=ppt/slides/_rels/slide5.xml.rels><?xml version="1.0" encoding="UTF-8" standalone="yes"?><Relationships xmlns="http://schemas.openxmlformats.org/package/2006/relationships"></Relationships>
</file>

<file path=ppt/slides/_rels/slide6.xml.rels><?xml version="1.0" encoding="UTF-8" standalone="yes"?><Relationships xmlns="http://schemas.openxmlformats.org/package/2006/relationships"></Relationships>
</file>

<file path=ppt/slides/_rels/slide7.xml.rels><?xml version="1.0" encoding="UTF-8" standalone="yes"?><Relationships xmlns="http://schemas.openxmlformats.org/package/2006/relationships"></Relationships>
</file>

<file path=ppt/slides/_rels/slide8.xml.rels><?xml version="1.0" encoding="UTF-8" standalone="yes"?><Relationships xmlns="http://schemas.openxmlformats.org/package/2006/relationships"></Relationships>
</file>

<file path=ppt/slides/_rels/slide9.xml.rels><?xml version="1.0" encoding="UTF-8" standalone="yes"?><Relationships xmlns="http://schemas.openxmlformats.org/package/2006/relationships"></Relationships>
</file>

<file path=ppt/slides/_rels/slide10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5200" b="1">
                <a:solidFill>
                  <a:srgbClr val="111827"/>
                </a:solidFill>
              </a:rPr>
              <a:t>Bountix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60000" y="1420000"/>
            <a:ext cx="6500000" cy="4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2100">
                <a:solidFill>
                  <a:srgbClr val="4B5563"/>
                </a:solidFill>
              </a:rPr>
              <a:t>Escrow-powered task marketplace for everyday work in SEA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218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Post tasks, accept taskers, fund escrow, and release payouts in one flow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Built for freelance tasks, micro-jobs, errands, local services, and personal shopping assistance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Powered by Stellar USDC escrow to make informal work safer and more transparent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The Problem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Everyday task work in SEA often happens through chat groups and social media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Requesters and taskers rely on informal trust instead of clear payment protection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Taskers risk delayed or unpaid work, while requesters risk paying before completion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Most platforms are too rigid for flexible real-world tasks like errands or personal shopping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Our Solution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Bountix turns informal task requests into secure, trackable task transactions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 requester creates a task, selects a tasker, and locks payment before work starts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Taskers complete work with participant-only chat, notifications, and task status tracking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Escrow is released only after completion is approved by the requester or admin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Product Flow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Create a task with reward, category, deadline, and requirements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Taskers apply, requester reviews applicants, and one tasker is accepted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 funds the task escrow using USDC on Stellar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Accepted participants coordinate in task chat and complete the work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 or admin releases escrow and the tasker sees the payout in wallet history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Why Stellar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Fast and low-cost USDC settlement fits small task payments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Escrow makes payment trust programmable instead of verbal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On-chain release records improve transparency for both sides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Wallet onboarding and payout readiness hide Stellar complexity from everyday users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Stellar creates a practical payment rail for real-world consumer applications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Built Prototype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 creation, browsing, applications, and acceptance flow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Stellar wallet onboarding, USDC payout readiness, escrow funding, and release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Participant-only Tencent Chat for accepted task conversations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Notifications for applications, task updates, escrow events, and payouts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Admin moderation with task removal reason and wallet transaction history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Target Users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Requesters who need flexible help with online or real-world tasks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Taskers who want short-term income with clearer payment protection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Students, freelancers, creators, small businesses, and community organizers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SEA communities where informal work already exists but payment trust is still manual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Demo Highlights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Google login creates a wallet automatically for new users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 creates a task, receives applications, and accepts a tasker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Accepted participants can use private task chat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 funds Stellar USDC escrow and admin/requester releases payout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 wallet shows recent transaction history after release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Impact &amp; Market Fit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Reduces payment risk in informal task work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Makes digital dollar payouts accessible through a familiar task marketplace UX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Supports broad task categories instead of one narrow service vertical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Turns Stellar escrow into a real consumer workflow for SEA users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Next Steps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Add dispute resolution and evidence review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Build reputation, tasker profiles, and completion history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Improve mobile-first UX for field tasks and local services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Expand moderation, task categories, and payout reporting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Harden compliance, security, and production operations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10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Bountix</Application>
  <PresentationFormat>On-screen Show (16:9)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Bountix Pitch Deck</dc:title>
  <dc:creator>Imam Islamuddin</dc:creator>
  <cp:lastModifiedBy>Imam Islamuddin</cp:lastModifiedBy>
  <dcterms:created xsi:type="dcterms:W3CDTF">2026-07-15T01:29:46.437Z</dcterms:created>
  <dcterms:modified xsi:type="dcterms:W3CDTF">2026-07-15T01:29:46.437Z</dcterms:modified>
</cp:coreProperties>
</file>