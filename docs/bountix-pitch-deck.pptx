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9600000" cy="5400000" type="wide"/>
  <p:notesSz cx="6858000" cy="9144000"/>
  <p:defaultTextStyle>
    <a:defPPr>
      <a:defRPr lang="en-US"/>
    </a:def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/Relationships>
</file>

<file path=ppt/slides/_rels/slide1.xml.rels><?xml version="1.0" encoding="UTF-8" standalone="yes"?><Relationships xmlns="http://schemas.openxmlformats.org/package/2006/relationships"></Relationships>
</file>

<file path=ppt/slides/_rels/slide2.xml.rels><?xml version="1.0" encoding="UTF-8" standalone="yes"?><Relationships xmlns="http://schemas.openxmlformats.org/package/2006/relationships"></Relationships>
</file>

<file path=ppt/slides/_rels/slide3.xml.rels><?xml version="1.0" encoding="UTF-8" standalone="yes"?><Relationships xmlns="http://schemas.openxmlformats.org/package/2006/relationships"></Relationships>
</file>

<file path=ppt/slides/_rels/slide4.xml.rels><?xml version="1.0" encoding="UTF-8" standalone="yes"?><Relationships xmlns="http://schemas.openxmlformats.org/package/2006/relationships"></Relationships>
</file>

<file path=ppt/slides/_rels/slide5.xml.rels><?xml version="1.0" encoding="UTF-8" standalone="yes"?><Relationships xmlns="http://schemas.openxmlformats.org/package/2006/relationships"></Relationships>
</file>

<file path=ppt/slides/_rels/slide6.xml.rels><?xml version="1.0" encoding="UTF-8" standalone="yes"?><Relationships xmlns="http://schemas.openxmlformats.org/package/2006/relationships"></Relationships>
</file>

<file path=ppt/slides/_rels/slide7.xml.rels><?xml version="1.0" encoding="UTF-8" standalone="yes"?><Relationships xmlns="http://schemas.openxmlformats.org/package/2006/relationships"></Relationships>
</file>

<file path=ppt/slides/_rels/slide8.xml.rels><?xml version="1.0" encoding="UTF-8" standalone="yes"?><Relationships xmlns="http://schemas.openxmlformats.org/package/2006/relationships"></Relationships>
</file>

<file path=ppt/slides/_rels/slide9.xml.rels><?xml version="1.0" encoding="UTF-8" standalone="yes"?><Relationships xmlns="http://schemas.openxmlformats.org/package/2006/relationships"></Relationships>
</file>

<file path=ppt/slides/_rels/slide10.xml.rels><?xml version="1.0" encoding="UTF-8" standalone="yes"?><Relationships xmlns="http://schemas.openxmlformats.org/package/2006/relationships"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5200" b="1">
                <a:solidFill>
                  <a:srgbClr val="111827"/>
                </a:solidFill>
              </a:rPr>
              <a:t>Bountix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60000" y="1420000"/>
            <a:ext cx="6500000" cy="44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2100">
                <a:solidFill>
                  <a:srgbClr val="4B5563"/>
                </a:solidFill>
              </a:rPr>
              <a:t>Trusted Task Marketplace Powered by Stellar Escrow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0000" y="2180000"/>
            <a:ext cx="760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A consumer app for everyday tasks in SEA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Built for freelance tasks, errands, local services, micro-jobs, and personal shopping assistance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Uses USDC escrow on Stellar to make trust programmable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4200" b="1">
                <a:solidFill>
                  <a:srgbClr val="111827"/>
                </a:solidFill>
              </a:rPr>
              <a:t>Problem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0000" y="1840000"/>
            <a:ext cx="760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Many everyday tasks still happen through chat groups, social media, and personal networks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Requesters worry that work may not be completed after payment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Taskers worry about delayed or unpaid work after completing a task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Existing platforms are often too narrow, expensive, or not designed for flexible real-world tasks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4200" b="1">
                <a:solidFill>
                  <a:srgbClr val="111827"/>
                </a:solidFill>
              </a:rPr>
              <a:t>Solution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0000" y="1840000"/>
            <a:ext cx="760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Bountix turns informal task requests into secure, trackable transactions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Requesters post tasks, review applicants, choose taskers, and fund escrow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Taskers complete work and communicate through participant-only chat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Funds are released after approval by the requester or admin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4200" b="1">
                <a:solidFill>
                  <a:srgbClr val="111827"/>
                </a:solidFill>
              </a:rPr>
              <a:t>How It Works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0000" y="1840000"/>
            <a:ext cx="760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1. Requester creates a task with reward, location/category, and requirements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2. Taskers apply and discuss details in task chat after acceptance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3. Requester funds the task escrow using USDC on Stellar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4. Tasker completes the work and submits proof or updates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5. Escrow is released to the tasker after approval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4200" b="1">
                <a:solidFill>
                  <a:srgbClr val="111827"/>
                </a:solidFill>
              </a:rPr>
              <a:t>Stellar Integration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0000" y="1840000"/>
            <a:ext cx="760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USDC escrow is funded before work starts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On-chain release flow records payout activity transparently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Automatic wallet creation reduces onboarding friction for new users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USDC payout readiness handles Stellar trustline requirements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Wallet dashboard shows recent transaction activity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4200" b="1">
                <a:solidFill>
                  <a:srgbClr val="111827"/>
                </a:solidFill>
              </a:rPr>
              <a:t>Product Features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0000" y="1840000"/>
            <a:ext cx="760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Task creation, browsing, applications, and acceptance flow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Participant-only Tencent Chat integration for accepted task conversations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Notifications for applications, task updates, escrow activity, and payouts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Admin moderation to remove unsafe or prohibited tasks with a reason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Wallet onboarding, recovery, escrow funding, release, and transaction history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4200" b="1">
                <a:solidFill>
                  <a:srgbClr val="111827"/>
                </a:solidFill>
              </a:rPr>
              <a:t>Target Users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0000" y="1840000"/>
            <a:ext cx="760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Students, freelancers, creators, small business owners, and community organizers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People who need errands, local services, personal shopping assistance, or micro-work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Taskers who want flexible short-term income with better payment protection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SEA communities where informal work already happens but trust is still manual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4200" b="1">
                <a:solidFill>
                  <a:srgbClr val="111827"/>
                </a:solidFill>
              </a:rPr>
              <a:t>Demo Flow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0000" y="1840000"/>
            <a:ext cx="760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Sign in and automatically create a Stellar-ready wallet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Create a task and receive tasker applications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Accept an applicant and use participant-only chat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Fund escrow with USDC on Stellar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Release escrow and show tasker wallet transaction history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4200" b="1">
                <a:solidFill>
                  <a:srgbClr val="111827"/>
                </a:solidFill>
              </a:rPr>
              <a:t>Impact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0000" y="1840000"/>
            <a:ext cx="760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Makes informal work safer by locking payment before the task starts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Improves transparency for both requesters and taskers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Makes Stellar payments usable through a familiar consumer workflow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Supports real-world access to digital dollar payouts for flexible work in SEA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4200" b="1">
                <a:solidFill>
                  <a:srgbClr val="111827"/>
                </a:solidFill>
              </a:rPr>
              <a:t>Roadmap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0000" y="1840000"/>
            <a:ext cx="760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Dispute resolution and evidence review workflow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Reputation, tasker profiles, and completion history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Mobile-first experience for field tasks and local services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More task categories and community moderation tools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Production hardening for compliance, security, and scale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10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Bountix</Application>
  <PresentationFormat>On-screen Show (16:9)</PresentationFormat>
  <Slides>10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Bountix Pitch Deck</dc:title>
  <dc:creator>Imam Islamuddin</dc:creator>
  <cp:lastModifiedBy>Codex</cp:lastModifiedBy>
  <dcterms:created xsi:type="dcterms:W3CDTF">2026-07-15T00:57:51.573Z</dcterms:created>
  <dcterms:modified xsi:type="dcterms:W3CDTF">2026-07-15T00:57:51.573Z</dcterms:modified>
</cp:coreProperties>
</file>