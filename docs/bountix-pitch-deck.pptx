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600000" cy="5400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7.xml.rels><?xml version="1.0" encoding="UTF-8" standalone="yes"?><Relationships xmlns="http://schemas.openxmlformats.org/package/2006/relationships"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9.xml.rels><?xml version="1.0" encoding="UTF-8" standalone="yes"?><Relationships xmlns="http://schemas.openxmlformats.org/package/2006/relationships"></Relationships>
</file>

<file path=ppt/slides/_rels/slide10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5200" b="1">
                <a:solidFill>
                  <a:srgbClr val="111827"/>
                </a:solidFill>
              </a:rPr>
              <a:t>Bountix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60000" y="1420000"/>
            <a:ext cx="6500000" cy="4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2100">
                <a:solidFill>
                  <a:srgbClr val="4B5563"/>
                </a:solidFill>
              </a:rPr>
              <a:t>Flexible task and service marketplace powered by Stellar escrow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20000" y="2160000"/>
            <a:ext cx="405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Request help, offer services, coordinate work, and settle payments in one product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Built for micro-work, errands, local services, personal shopping assistance, and community tasks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Uses Stellar USDC escrow to make flexible work safer, trackable, and easier to trust</a:t>
            </a:r>
          </a:p>
        </p:txBody>
      </p:sp>
      <p:sp>
        <p:nvSpPr>
          <p:cNvPr id="230" name="Panel 230"/>
          <p:cNvSpPr/>
          <p:nvPr/>
        </p:nvSpPr>
        <p:spPr>
          <a:xfrm>
            <a:off x="6955000" y="1395000"/>
            <a:ext cx="1510000" cy="32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0" name="Marketplace Ho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000" y="1440000"/>
            <a:ext cx="1420000" cy="31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0" name="Text 130"/>
          <p:cNvSpPr txBox="1"/>
          <p:nvPr/>
        </p:nvSpPr>
        <p:spPr>
          <a:xfrm>
            <a:off x="7000000" y="4685000"/>
            <a:ext cx="142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Marketplace Home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The Problem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80000" y="1840000"/>
            <a:ext cx="760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Everyday work and service requests in SEA often happen through chat groups and social media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Requesters and taskers rely on informal trust instead of clear payment protection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Taskers risk delayed or unpaid work, while requesters risk paying before completion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Most platforms are too rigid for mixed real-world tasks, local services, and personal shopping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Our Solution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20000" y="1840000"/>
            <a:ext cx="405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Bountix turns informal task and service requests into secure, trackable transactions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Requesters can post tasks, while creators and taskers can also publish service offers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Accepted participants coordinate work with chat, notifications, and task status tracking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Escrow is released only after completion is approved by the requester or admin</a:t>
            </a:r>
          </a:p>
        </p:txBody>
      </p:sp>
      <p:sp>
        <p:nvSpPr>
          <p:cNvPr id="230" name="Panel 230"/>
          <p:cNvSpPr/>
          <p:nvPr/>
        </p:nvSpPr>
        <p:spPr>
          <a:xfrm>
            <a:off x="6955000" y="1395000"/>
            <a:ext cx="1510000" cy="32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0" name="Service Offe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000" y="1440000"/>
            <a:ext cx="1420000" cy="31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0" name="Text 130"/>
          <p:cNvSpPr txBox="1"/>
          <p:nvPr/>
        </p:nvSpPr>
        <p:spPr>
          <a:xfrm>
            <a:off x="7000000" y="4685000"/>
            <a:ext cx="142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Service Offers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Product Flow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20000" y="1840000"/>
            <a:ext cx="405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Create a task with reward, category, deadline, and requirements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Taskers apply, requester reviews applicants, and one tasker is accepted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Requester funds the task escrow using USDC on Stellar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Accepted participants coordinate in task chat and complete the work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Requester or admin releases escrow and the tasker sees the payout in wallet history</a:t>
            </a:r>
          </a:p>
        </p:txBody>
      </p:sp>
      <p:sp>
        <p:nvSpPr>
          <p:cNvPr id="230" name="Panel 230"/>
          <p:cNvSpPr/>
          <p:nvPr/>
        </p:nvSpPr>
        <p:spPr>
          <a:xfrm>
            <a:off x="4875000" y="1715000"/>
            <a:ext cx="1150000" cy="2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0" name="Browse Task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0000" y="1760000"/>
            <a:ext cx="1060000" cy="23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0" name="Text 130"/>
          <p:cNvSpPr txBox="1"/>
          <p:nvPr/>
        </p:nvSpPr>
        <p:spPr>
          <a:xfrm>
            <a:off x="4920000" y="4205000"/>
            <a:ext cx="106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Browse Tasks</a:t>
            </a:r>
          </a:p>
        </p:txBody>
      </p:sp>
      <p:sp>
        <p:nvSpPr>
          <p:cNvPr id="231" name="Panel 231"/>
          <p:cNvSpPr/>
          <p:nvPr/>
        </p:nvSpPr>
        <p:spPr>
          <a:xfrm>
            <a:off x="6155000" y="1715000"/>
            <a:ext cx="1150000" cy="2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1" name="Release Escr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1760000"/>
            <a:ext cx="1060000" cy="23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1" name="Text 131"/>
          <p:cNvSpPr txBox="1"/>
          <p:nvPr/>
        </p:nvSpPr>
        <p:spPr>
          <a:xfrm>
            <a:off x="6200000" y="4205000"/>
            <a:ext cx="106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Release Escrow</a:t>
            </a:r>
          </a:p>
        </p:txBody>
      </p:sp>
      <p:sp>
        <p:nvSpPr>
          <p:cNvPr id="232" name="Panel 232"/>
          <p:cNvSpPr/>
          <p:nvPr/>
        </p:nvSpPr>
        <p:spPr>
          <a:xfrm>
            <a:off x="7435000" y="1715000"/>
            <a:ext cx="1150000" cy="2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2" name="Payout His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000" y="1760000"/>
            <a:ext cx="1060000" cy="23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2" name="Text 132"/>
          <p:cNvSpPr txBox="1"/>
          <p:nvPr/>
        </p:nvSpPr>
        <p:spPr>
          <a:xfrm>
            <a:off x="7480000" y="4205000"/>
            <a:ext cx="106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Payout History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Why Stellar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20000" y="1840000"/>
            <a:ext cx="405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Fast and low-cost USDC settlement fits small task payments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Escrow makes payment trust programmable instead of verbal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On-chain release records improve transparency for both sides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Wallet onboarding and payout readiness hide Stellar complexity from everyday users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Stellar creates a practical payment rail for real-world consumer applications</a:t>
            </a:r>
          </a:p>
        </p:txBody>
      </p:sp>
      <p:sp>
        <p:nvSpPr>
          <p:cNvPr id="230" name="Panel 230"/>
          <p:cNvSpPr/>
          <p:nvPr/>
        </p:nvSpPr>
        <p:spPr>
          <a:xfrm>
            <a:off x="6955000" y="1395000"/>
            <a:ext cx="1510000" cy="32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0" name="USDC Payou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000" y="1440000"/>
            <a:ext cx="1420000" cy="31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0" name="Text 130"/>
          <p:cNvSpPr txBox="1"/>
          <p:nvPr/>
        </p:nvSpPr>
        <p:spPr>
          <a:xfrm>
            <a:off x="7000000" y="4685000"/>
            <a:ext cx="142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USDC Payouts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Built Prototype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20000" y="1840000"/>
            <a:ext cx="405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Task creation, browsing, applications, acceptance flow, and service offers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Stellar wallet onboarding, USDC payout readiness, escrow funding, and release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Participant-only Tencent Chat for accepted task conversations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Notifications for applications, task updates, escrow events, and payouts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Admin moderation with task removal reason and wallet transaction history</a:t>
            </a:r>
          </a:p>
        </p:txBody>
      </p:sp>
      <p:sp>
        <p:nvSpPr>
          <p:cNvPr id="230" name="Panel 230"/>
          <p:cNvSpPr/>
          <p:nvPr/>
        </p:nvSpPr>
        <p:spPr>
          <a:xfrm>
            <a:off x="4615000" y="1615000"/>
            <a:ext cx="1010000" cy="21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0" name="Ho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000" y="1660000"/>
            <a:ext cx="920000" cy="204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0" name="Text 130"/>
          <p:cNvSpPr txBox="1"/>
          <p:nvPr/>
        </p:nvSpPr>
        <p:spPr>
          <a:xfrm>
            <a:off x="4660000" y="3795000"/>
            <a:ext cx="92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Home</a:t>
            </a:r>
          </a:p>
        </p:txBody>
      </p:sp>
      <p:sp>
        <p:nvSpPr>
          <p:cNvPr id="231" name="Panel 231"/>
          <p:cNvSpPr/>
          <p:nvPr/>
        </p:nvSpPr>
        <p:spPr>
          <a:xfrm>
            <a:off x="5755000" y="1615000"/>
            <a:ext cx="1010000" cy="21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1" name="Tas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00" y="1660000"/>
            <a:ext cx="920000" cy="204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1" name="Text 131"/>
          <p:cNvSpPr txBox="1"/>
          <p:nvPr/>
        </p:nvSpPr>
        <p:spPr>
          <a:xfrm>
            <a:off x="5800000" y="3795000"/>
            <a:ext cx="92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Tasks</a:t>
            </a:r>
          </a:p>
        </p:txBody>
      </p:sp>
      <p:sp>
        <p:nvSpPr>
          <p:cNvPr id="232" name="Panel 232"/>
          <p:cNvSpPr/>
          <p:nvPr/>
        </p:nvSpPr>
        <p:spPr>
          <a:xfrm>
            <a:off x="6895000" y="1615000"/>
            <a:ext cx="1010000" cy="21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2" name="Servi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000" y="1660000"/>
            <a:ext cx="920000" cy="204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2" name="Text 132"/>
          <p:cNvSpPr txBox="1"/>
          <p:nvPr/>
        </p:nvSpPr>
        <p:spPr>
          <a:xfrm>
            <a:off x="6940000" y="3795000"/>
            <a:ext cx="92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Services</a:t>
            </a:r>
          </a:p>
        </p:txBody>
      </p:sp>
      <p:sp>
        <p:nvSpPr>
          <p:cNvPr id="233" name="Panel 233"/>
          <p:cNvSpPr/>
          <p:nvPr/>
        </p:nvSpPr>
        <p:spPr>
          <a:xfrm>
            <a:off x="8035000" y="1615000"/>
            <a:ext cx="1010000" cy="21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3" name="Wallet Un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0" y="1660000"/>
            <a:ext cx="920000" cy="204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3" name="Text 133"/>
          <p:cNvSpPr txBox="1"/>
          <p:nvPr/>
        </p:nvSpPr>
        <p:spPr>
          <a:xfrm>
            <a:off x="8080000" y="3795000"/>
            <a:ext cx="92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Wallet Unlock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Target Users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80000" y="1840000"/>
            <a:ext cx="760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Requesters who need flexible help with online or real-world tasks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Taskers and service providers who want short-term income with clearer payment protection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Students, freelancers, creators, small businesses, and community organizers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SEA communities where informal work already exists but payment trust is still manual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Demo Highlights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20000" y="1840000"/>
            <a:ext cx="405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Google login creates a wallet automatically for new users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Requester creates a task, receives applications, and accepts a tasker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Accepted participants can use private task chat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Requester funds Stellar USDC escrow and admin/requester releases payout</a:t>
            </a:r>
          </a:p>
          <a:p>
            <a:pPr marL="285750" indent="-171450">
              <a:buChar char="•"/>
            </a:pPr>
            <a:r>
              <a:rPr lang="en-US" sz="1720">
                <a:solidFill>
                  <a:srgbClr val="172033"/>
                </a:solidFill>
              </a:rPr>
              <a:t>Tasker wallet shows recent transaction history after release</a:t>
            </a:r>
          </a:p>
        </p:txBody>
      </p:sp>
      <p:sp>
        <p:nvSpPr>
          <p:cNvPr id="230" name="Panel 230"/>
          <p:cNvSpPr/>
          <p:nvPr/>
        </p:nvSpPr>
        <p:spPr>
          <a:xfrm>
            <a:off x="4875000" y="1715000"/>
            <a:ext cx="1150000" cy="2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0" name="Task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0000" y="1760000"/>
            <a:ext cx="1060000" cy="23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0" name="Text 130"/>
          <p:cNvSpPr txBox="1"/>
          <p:nvPr/>
        </p:nvSpPr>
        <p:spPr>
          <a:xfrm>
            <a:off x="4920000" y="4205000"/>
            <a:ext cx="106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Tasks</a:t>
            </a:r>
          </a:p>
        </p:txBody>
      </p:sp>
      <p:sp>
        <p:nvSpPr>
          <p:cNvPr id="231" name="Panel 231"/>
          <p:cNvSpPr/>
          <p:nvPr/>
        </p:nvSpPr>
        <p:spPr>
          <a:xfrm>
            <a:off x="6155000" y="1715000"/>
            <a:ext cx="1150000" cy="2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1" name="Admin Rele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1760000"/>
            <a:ext cx="1060000" cy="23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1" name="Text 131"/>
          <p:cNvSpPr txBox="1"/>
          <p:nvPr/>
        </p:nvSpPr>
        <p:spPr>
          <a:xfrm>
            <a:off x="6200000" y="4205000"/>
            <a:ext cx="106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Admin Release</a:t>
            </a:r>
          </a:p>
        </p:txBody>
      </p:sp>
      <p:sp>
        <p:nvSpPr>
          <p:cNvPr id="232" name="Panel 232"/>
          <p:cNvSpPr/>
          <p:nvPr/>
        </p:nvSpPr>
        <p:spPr>
          <a:xfrm>
            <a:off x="7435000" y="1715000"/>
            <a:ext cx="1150000" cy="2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2" name="Wall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000" y="1760000"/>
            <a:ext cx="1060000" cy="2355000"/>
          </a:xfrm>
          <a:prstGeom prst="round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2" name="Text 132"/>
          <p:cNvSpPr txBox="1"/>
          <p:nvPr/>
        </p:nvSpPr>
        <p:spPr>
          <a:xfrm>
            <a:off x="7480000" y="4205000"/>
            <a:ext cx="1060000" cy="2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4B5563"/>
                </a:solidFill>
              </a:rPr>
              <a:t>Wallet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Impact &amp; Market Fit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80000" y="1840000"/>
            <a:ext cx="760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Reduces payment risk in informal task work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Makes digital dollar payouts accessible through a familiar task marketplace UX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Supports broad task and service categories instead of one narrow vertical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Turns Stellar escrow into a real consumer workflow for SEA users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9600000" cy="2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" name="Panel 3"/>
          <p:cNvSpPr/>
          <p:nvPr/>
        </p:nvSpPr>
        <p:spPr>
          <a:xfrm>
            <a:off x="7200000" y="430000"/>
            <a:ext cx="1700000" cy="5200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Panel 4"/>
          <p:cNvSpPr/>
          <p:nvPr/>
        </p:nvSpPr>
        <p:spPr>
          <a:xfrm>
            <a:off x="7380000" y="800000"/>
            <a:ext cx="1340000" cy="134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0000" y="620000"/>
            <a:ext cx="7200000" cy="7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4200" b="1">
                <a:solidFill>
                  <a:srgbClr val="111827"/>
                </a:solidFill>
              </a:rPr>
              <a:t>Next Steps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80000" y="1840000"/>
            <a:ext cx="760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Add dispute resolution and evidence review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Build reputation, tasker profiles, and completion history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Integrate fiat on-ramp and off-ramp partners for easier USDC access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Improve mobile-first UX for field tasks and local services</a:t>
            </a:r>
          </a:p>
          <a:p>
            <a:pPr marL="285750" indent="-171450">
              <a:buChar char="•"/>
            </a:pPr>
            <a:r>
              <a:rPr lang="en-US" sz="2050">
                <a:solidFill>
                  <a:srgbClr val="172033"/>
                </a:solidFill>
              </a:rPr>
              <a:t>Expand moderation, service discovery, payout reporting, compliance, and security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650000" y="6400000"/>
            <a:ext cx="2500000" cy="2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lang="en-US" sz="1050">
                <a:solidFill>
                  <a:srgbClr val="4B5563"/>
                </a:solidFill>
              </a:rPr>
              <a:t>Bountix / 10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Bountix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Bountix Pitch Deck</dc:title>
  <dc:creator>Imam Islamuddin</dc:creator>
  <cp:lastModifiedBy>Imam Islamuddin</cp:lastModifiedBy>
  <dcterms:created xsi:type="dcterms:W3CDTF">2026-07-15T02:09:49.851Z</dcterms:created>
  <dcterms:modified xsi:type="dcterms:W3CDTF">2026-07-15T02:09:49.851Z</dcterms:modified>
</cp:coreProperties>
</file>